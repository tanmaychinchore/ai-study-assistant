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database is an organized collection of data.</a:t>
            </a:r>
          </a:p>
          <a:p>
            <a:r>
              <a:t>DBMS: Database Management System</a:t>
            </a:r>
          </a:p>
          <a:p>
            <a:r>
              <a:t>Key concepts: Tables, Rows, Columns,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 Structured Query Language</a:t>
            </a:r>
          </a:p>
          <a:p>
            <a:r>
              <a:t>DDL: CREATE, ALTER, DROP</a:t>
            </a:r>
          </a:p>
          <a:p>
            <a:r>
              <a:t>DML: SELECT, INSERT, UPDATE, DELETE</a:t>
            </a:r>
          </a:p>
          <a:p>
            <a:r>
              <a:t>DCL: GRANT, REVOKE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1NF: Eliminate repeating groups</a:t>
            </a:r>
          </a:p>
          <a:p>
            <a:r>
              <a:t>2NF: Remove partial dependencies</a:t>
            </a:r>
          </a:p>
          <a:p>
            <a:r>
              <a:t>3NF: Remove transitive dependencies</a:t>
            </a:r>
          </a:p>
          <a:p>
            <a:r>
              <a:t>BCNF: Every determinant is a candidate 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